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48" d="100"/>
          <a:sy n="48" d="100"/>
        </p:scale>
        <p:origin x="1578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1F777-6666-4731-A4B2-C2644E6ED4A1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8D1A3-CC53-420A-A63C-013498959E0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7011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3/27/2021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3/27/2021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3/27/2021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3/27/2021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3/27/2021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3/27/2021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3/27/2021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3/27/2021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3/27/2021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3/27/2021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3/27/2021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3/27/2021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441532-A34B-47E5-91EE-E2D6B9703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09785" y="3429000"/>
            <a:ext cx="5518066" cy="2268559"/>
          </a:xfrm>
        </p:spPr>
        <p:txBody>
          <a:bodyPr/>
          <a:lstStyle/>
          <a:p>
            <a:r>
              <a:rPr lang="it-IT" dirty="0"/>
              <a:t>MHW1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76553FD-DFB8-4F9C-A12C-09BB9DC30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740" y="5165128"/>
            <a:ext cx="5357600" cy="1160213"/>
          </a:xfrm>
        </p:spPr>
        <p:txBody>
          <a:bodyPr>
            <a:normAutofit fontScale="85000" lnSpcReduction="10000"/>
          </a:bodyPr>
          <a:lstStyle/>
          <a:p>
            <a:r>
              <a:rPr lang="it-IT" dirty="0"/>
              <a:t>Paolo Belfiore</a:t>
            </a:r>
          </a:p>
          <a:p>
            <a:r>
              <a:rPr lang="it-IT" dirty="0"/>
              <a:t>O46002243</a:t>
            </a:r>
          </a:p>
          <a:p>
            <a:r>
              <a:rPr lang="it-IT" dirty="0"/>
              <a:t>26/03/2021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35127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57013B-B5D5-4524-A6B0-5A43C7E46D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16931" y="523953"/>
            <a:ext cx="7958137" cy="1077912"/>
          </a:xfrm>
        </p:spPr>
        <p:txBody>
          <a:bodyPr>
            <a:normAutofit fontScale="90000"/>
          </a:bodyPr>
          <a:lstStyle/>
          <a:p>
            <a:pPr algn="l"/>
            <a:r>
              <a:rPr lang="it-IT" dirty="0"/>
              <a:t>Progetto: EasyPizza</a:t>
            </a:r>
            <a:br>
              <a:rPr lang="it-IT" dirty="0"/>
            </a:br>
            <a:br>
              <a:rPr lang="it-IT" dirty="0"/>
            </a:br>
            <a:br>
              <a:rPr lang="it-IT" dirty="0"/>
            </a:br>
            <a:br>
              <a:rPr lang="it-IT" dirty="0"/>
            </a:br>
            <a:br>
              <a:rPr lang="it-IT" dirty="0"/>
            </a:br>
            <a:r>
              <a:rPr lang="it-IT" sz="2700" dirty="0"/>
              <a:t>Sito web riguardante una pizzeria, attraverso il quale sarà possibile ordinare a domicilio. L’utente dovrà registrarsi in modo da potersi identificare, fornendo quindi i propri dati (nome, cognome, via) ed in seguito imposterà e-mail e password per il log-in. Avrà a disposizione un menù dal quale scegliere cosa preferisce per poi proseguire con l’ordine e le preferenze riferite ad esso. Potrà inoltre trovare informazioni e contatti del servizio di cui sta giovando.</a:t>
            </a:r>
          </a:p>
        </p:txBody>
      </p:sp>
    </p:spTree>
    <p:extLst>
      <p:ext uri="{BB962C8B-B14F-4D97-AF65-F5344CB8AC3E}">
        <p14:creationId xmlns:p14="http://schemas.microsoft.com/office/powerpoint/2010/main" val="2058729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 descr="Immagine che contiene cibo, interni, piatto, pizza&#10;&#10;Descrizione generata automaticamente">
            <a:extLst>
              <a:ext uri="{FF2B5EF4-FFF2-40B4-BE49-F238E27FC236}">
                <a16:creationId xmlns:a16="http://schemas.microsoft.com/office/drawing/2014/main" id="{A65169EC-B58C-4A96-AF52-7680D5615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991" y="5266809"/>
            <a:ext cx="3893886" cy="989430"/>
          </a:xfrm>
          <a:prstGeom prst="rect">
            <a:avLst/>
          </a:prstGeom>
        </p:spPr>
      </p:pic>
      <p:pic>
        <p:nvPicPr>
          <p:cNvPr id="11" name="Immagine 10" descr="Immagine che contiene testo, fresco, cotto&#10;&#10;Descrizione generata automaticamente">
            <a:extLst>
              <a:ext uri="{FF2B5EF4-FFF2-40B4-BE49-F238E27FC236}">
                <a16:creationId xmlns:a16="http://schemas.microsoft.com/office/drawing/2014/main" id="{A4DD511A-75C5-4043-B6A5-E18483C518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66"/>
          <a:stretch/>
        </p:blipFill>
        <p:spPr>
          <a:xfrm>
            <a:off x="4148991" y="4167355"/>
            <a:ext cx="3893886" cy="1658518"/>
          </a:xfrm>
          <a:prstGeom prst="rect">
            <a:avLst/>
          </a:prstGeom>
        </p:spPr>
      </p:pic>
      <p:pic>
        <p:nvPicPr>
          <p:cNvPr id="9" name="Immagine 8" descr="Immagine che contiene testo, gatto, interni&#10;&#10;Descrizione generata automaticamente">
            <a:extLst>
              <a:ext uri="{FF2B5EF4-FFF2-40B4-BE49-F238E27FC236}">
                <a16:creationId xmlns:a16="http://schemas.microsoft.com/office/drawing/2014/main" id="{54D3CC1D-44F0-4792-8E12-83795B350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991" y="2762375"/>
            <a:ext cx="3893886" cy="1694417"/>
          </a:xfrm>
          <a:prstGeom prst="rect">
            <a:avLst/>
          </a:prstGeom>
        </p:spPr>
      </p:pic>
      <p:pic>
        <p:nvPicPr>
          <p:cNvPr id="3" name="Immagine 2" descr="Immagine che contiene testo, cibo, piatto&#10;&#10;Descrizione generata automaticamente">
            <a:extLst>
              <a:ext uri="{FF2B5EF4-FFF2-40B4-BE49-F238E27FC236}">
                <a16:creationId xmlns:a16="http://schemas.microsoft.com/office/drawing/2014/main" id="{E8A1BD2E-3505-49B6-82BF-C04A16BD6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991" y="33360"/>
            <a:ext cx="3893886" cy="87568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354091AC-6240-49C4-8CA1-61474238A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8991" y="909046"/>
            <a:ext cx="3893886" cy="1452083"/>
          </a:xfrm>
          <a:prstGeom prst="rect">
            <a:avLst/>
          </a:prstGeom>
        </p:spPr>
      </p:pic>
      <p:pic>
        <p:nvPicPr>
          <p:cNvPr id="15" name="Immagine 14" descr="Immagine che contiene testo&#10;&#10;Descrizione generata automaticamente">
            <a:extLst>
              <a:ext uri="{FF2B5EF4-FFF2-40B4-BE49-F238E27FC236}">
                <a16:creationId xmlns:a16="http://schemas.microsoft.com/office/drawing/2014/main" id="{74159963-9F71-4786-9E33-E12CBE63ED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8991" y="6256239"/>
            <a:ext cx="3893886" cy="609385"/>
          </a:xfrm>
          <a:prstGeom prst="rect">
            <a:avLst/>
          </a:prstGeom>
        </p:spPr>
      </p:pic>
      <p:pic>
        <p:nvPicPr>
          <p:cNvPr id="7" name="Immagine 6" descr="Immagine che contiene testo, cibo, pane&#10;&#10;Descrizione generata automaticamente">
            <a:extLst>
              <a:ext uri="{FF2B5EF4-FFF2-40B4-BE49-F238E27FC236}">
                <a16:creationId xmlns:a16="http://schemas.microsoft.com/office/drawing/2014/main" id="{5DFEBB17-2806-4BA3-96A0-0473F5181E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8991" y="1353599"/>
            <a:ext cx="3893886" cy="169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760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cibo, piatto&#10;&#10;Descrizione generata automaticamente">
            <a:extLst>
              <a:ext uri="{FF2B5EF4-FFF2-40B4-BE49-F238E27FC236}">
                <a16:creationId xmlns:a16="http://schemas.microsoft.com/office/drawing/2014/main" id="{58A6A1A1-511C-421A-BE49-7E108456F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39" y="481846"/>
            <a:ext cx="6248841" cy="140528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0A3010-1E06-43B5-8ED9-D305C5CC0EFD}"/>
              </a:ext>
            </a:extLst>
          </p:cNvPr>
          <p:cNvSpPr txBox="1"/>
          <p:nvPr/>
        </p:nvSpPr>
        <p:spPr>
          <a:xfrm>
            <a:off x="8587738" y="892101"/>
            <a:ext cx="16154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/>
              <a:t>Header</a:t>
            </a:r>
          </a:p>
          <a:p>
            <a:pPr algn="ctr"/>
            <a:r>
              <a:rPr lang="it-IT" sz="3200" dirty="0"/>
              <a:t>(HTML)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7806694-CE33-48F6-B8E0-50DD9D54F22E}"/>
              </a:ext>
            </a:extLst>
          </p:cNvPr>
          <p:cNvSpPr txBox="1"/>
          <p:nvPr/>
        </p:nvSpPr>
        <p:spPr>
          <a:xfrm>
            <a:off x="1318260" y="2446020"/>
            <a:ext cx="928116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it-IT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"overlay"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it-IT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"logo"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EasyPizza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it-IT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"links"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Catalogo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Profilo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it-IT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registrati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Quando vuoi e dove vuoi!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it-IT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ORDINA ADESSO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Chiama al : 001-0110000</a:t>
            </a: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27095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cibo, piatto&#10;&#10;Descrizione generata automaticamente">
            <a:extLst>
              <a:ext uri="{FF2B5EF4-FFF2-40B4-BE49-F238E27FC236}">
                <a16:creationId xmlns:a16="http://schemas.microsoft.com/office/drawing/2014/main" id="{58A6A1A1-511C-421A-BE49-7E108456F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39" y="481846"/>
            <a:ext cx="6248841" cy="140528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0A3010-1E06-43B5-8ED9-D305C5CC0EFD}"/>
              </a:ext>
            </a:extLst>
          </p:cNvPr>
          <p:cNvSpPr txBox="1"/>
          <p:nvPr/>
        </p:nvSpPr>
        <p:spPr>
          <a:xfrm>
            <a:off x="8610710" y="645880"/>
            <a:ext cx="15773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/>
              <a:t>Header</a:t>
            </a:r>
          </a:p>
          <a:p>
            <a:pPr algn="ctr"/>
            <a:r>
              <a:rPr lang="it-IT" sz="3200" dirty="0"/>
              <a:t>(CSS)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687A1C1-612E-484E-90D0-3893F09C60FB}"/>
              </a:ext>
            </a:extLst>
          </p:cNvPr>
          <p:cNvSpPr txBox="1"/>
          <p:nvPr/>
        </p:nvSpPr>
        <p:spPr>
          <a:xfrm>
            <a:off x="1203739" y="2362200"/>
            <a:ext cx="4412201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/*Dettagli immagine di sfondo*/</a:t>
            </a:r>
            <a:endParaRPr lang="it-IT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background-image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https://images5.alphacoders.com/107/1078986.jpg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background-size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cover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background-position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300px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relative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flex-direction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-items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9FA10DB-1D0A-4B2A-ACCF-A3175ACA093C}"/>
              </a:ext>
            </a:extLst>
          </p:cNvPr>
          <p:cNvSpPr txBox="1"/>
          <p:nvPr/>
        </p:nvSpPr>
        <p:spPr>
          <a:xfrm>
            <a:off x="6096000" y="2362200"/>
            <a:ext cx="5029421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#overlay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absolute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bottom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z-index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60464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cibo, piatto&#10;&#10;Descrizione generata automaticamente">
            <a:extLst>
              <a:ext uri="{FF2B5EF4-FFF2-40B4-BE49-F238E27FC236}">
                <a16:creationId xmlns:a16="http://schemas.microsoft.com/office/drawing/2014/main" id="{58A6A1A1-511C-421A-BE49-7E108456F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39" y="481846"/>
            <a:ext cx="6248841" cy="140528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0A3010-1E06-43B5-8ED9-D305C5CC0EFD}"/>
              </a:ext>
            </a:extLst>
          </p:cNvPr>
          <p:cNvSpPr txBox="1"/>
          <p:nvPr/>
        </p:nvSpPr>
        <p:spPr>
          <a:xfrm>
            <a:off x="8587738" y="892101"/>
            <a:ext cx="15773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Nav</a:t>
            </a:r>
          </a:p>
          <a:p>
            <a:pPr algn="ctr"/>
            <a:r>
              <a:rPr lang="it-IT" sz="3200" dirty="0"/>
              <a:t>(CSS)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687A1C1-612E-484E-90D0-3893F09C60FB}"/>
              </a:ext>
            </a:extLst>
          </p:cNvPr>
          <p:cNvSpPr txBox="1"/>
          <p:nvPr/>
        </p:nvSpPr>
        <p:spPr>
          <a:xfrm>
            <a:off x="1203739" y="2362200"/>
            <a:ext cx="44122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absolute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space-between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-items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#logo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lightgrey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dirty="0">
                <a:solidFill>
                  <a:srgbClr val="9CDCFE"/>
                </a:solidFill>
                <a:latin typeface="Consolas" panose="020B0609020204030204" pitchFamily="49" charset="0"/>
              </a:rPr>
              <a:t>    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Pangolin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cursive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letter-spacing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it-IT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/*Media Query*/</a:t>
            </a:r>
            <a:endParaRPr lang="it-IT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#logo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9FA10DB-1D0A-4B2A-ACCF-A3175ACA093C}"/>
              </a:ext>
            </a:extLst>
          </p:cNvPr>
          <p:cNvSpPr txBox="1"/>
          <p:nvPr/>
        </p:nvSpPr>
        <p:spPr>
          <a:xfrm>
            <a:off x="6096000" y="2362200"/>
            <a:ext cx="502942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#links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#links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"Hind Madurai"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sans-</a:t>
            </a:r>
            <a:r>
              <a:rPr lang="it-IT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serif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letter-spacing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lightgrey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 Media Query*/</a:t>
            </a:r>
            <a:endParaRPr lang="it-IT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#links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it-IT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#links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800" dirty="0"/>
          </a:p>
        </p:txBody>
      </p:sp>
    </p:spTree>
    <p:extLst>
      <p:ext uri="{BB962C8B-B14F-4D97-AF65-F5344CB8AC3E}">
        <p14:creationId xmlns:p14="http://schemas.microsoft.com/office/powerpoint/2010/main" val="2764218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cibo, piatto&#10;&#10;Descrizione generata automaticamente">
            <a:extLst>
              <a:ext uri="{FF2B5EF4-FFF2-40B4-BE49-F238E27FC236}">
                <a16:creationId xmlns:a16="http://schemas.microsoft.com/office/drawing/2014/main" id="{58A6A1A1-511C-421A-BE49-7E108456F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39" y="481846"/>
            <a:ext cx="6248841" cy="140528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0A3010-1E06-43B5-8ED9-D305C5CC0EFD}"/>
              </a:ext>
            </a:extLst>
          </p:cNvPr>
          <p:cNvSpPr txBox="1"/>
          <p:nvPr/>
        </p:nvSpPr>
        <p:spPr>
          <a:xfrm>
            <a:off x="8587738" y="892101"/>
            <a:ext cx="15773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Nav</a:t>
            </a:r>
          </a:p>
          <a:p>
            <a:pPr algn="ctr"/>
            <a:r>
              <a:rPr lang="it-IT" sz="3200" dirty="0"/>
              <a:t>(CSS)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687A1C1-612E-484E-90D0-3893F09C60FB}"/>
              </a:ext>
            </a:extLst>
          </p:cNvPr>
          <p:cNvSpPr txBox="1"/>
          <p:nvPr/>
        </p:nvSpPr>
        <p:spPr>
          <a:xfrm>
            <a:off x="1203739" y="2362200"/>
            <a:ext cx="4412201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#links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a.button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lightgrey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#links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a.button:hover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lightgrey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maroon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a.button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uppercase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2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9FA10DB-1D0A-4B2A-ACCF-A3175ACA093C}"/>
              </a:ext>
            </a:extLst>
          </p:cNvPr>
          <p:cNvSpPr txBox="1"/>
          <p:nvPr/>
        </p:nvSpPr>
        <p:spPr>
          <a:xfrm>
            <a:off x="6096000" y="2362200"/>
            <a:ext cx="502942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a.button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z-index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whitesmoke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"Dancing Script"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cursive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letter-spacing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a.button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maroon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"Hind Madurai"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sans-</a:t>
            </a:r>
            <a:r>
              <a:rPr lang="it-IT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serif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16px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letter-spacing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800" dirty="0"/>
          </a:p>
        </p:txBody>
      </p:sp>
    </p:spTree>
    <p:extLst>
      <p:ext uri="{BB962C8B-B14F-4D97-AF65-F5344CB8AC3E}">
        <p14:creationId xmlns:p14="http://schemas.microsoft.com/office/powerpoint/2010/main" val="3693964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cibo, piatto&#10;&#10;Descrizione generata automaticamente">
            <a:extLst>
              <a:ext uri="{FF2B5EF4-FFF2-40B4-BE49-F238E27FC236}">
                <a16:creationId xmlns:a16="http://schemas.microsoft.com/office/drawing/2014/main" id="{58A6A1A1-511C-421A-BE49-7E108456F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39" y="481846"/>
            <a:ext cx="6248841" cy="140528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0A3010-1E06-43B5-8ED9-D305C5CC0EFD}"/>
              </a:ext>
            </a:extLst>
          </p:cNvPr>
          <p:cNvSpPr txBox="1"/>
          <p:nvPr/>
        </p:nvSpPr>
        <p:spPr>
          <a:xfrm>
            <a:off x="8587738" y="892101"/>
            <a:ext cx="15773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Nav</a:t>
            </a:r>
          </a:p>
          <a:p>
            <a:pPr algn="ctr"/>
            <a:r>
              <a:rPr lang="it-IT" sz="3200" dirty="0"/>
              <a:t>(CSS)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687A1C1-612E-484E-90D0-3893F09C60FB}"/>
              </a:ext>
            </a:extLst>
          </p:cNvPr>
          <p:cNvSpPr txBox="1"/>
          <p:nvPr/>
        </p:nvSpPr>
        <p:spPr>
          <a:xfrm>
            <a:off x="1280161" y="2362200"/>
            <a:ext cx="298703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4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a.button:hover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maroon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it-IT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/*Media Query*/</a:t>
            </a:r>
            <a:endParaRPr lang="it-IT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600px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4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a.button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8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D11B9E-7E85-4051-B9C7-169D63EFE396}"/>
              </a:ext>
            </a:extLst>
          </p:cNvPr>
          <p:cNvSpPr txBox="1"/>
          <p:nvPr/>
        </p:nvSpPr>
        <p:spPr>
          <a:xfrm>
            <a:off x="6095999" y="2362200"/>
            <a:ext cx="481583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-self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-start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lightgrey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12px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Baloo</a:t>
            </a:r>
            <a:r>
              <a:rPr lang="it-IT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Tammudu</a:t>
            </a:r>
            <a:r>
              <a:rPr lang="it-IT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2"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cursive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z-index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it-IT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/*Media Query*/</a:t>
            </a:r>
            <a:endParaRPr lang="it-IT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8px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1360884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5D3A7CC-6CA1-449E-AE65-4DF3A8DA2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007" y="755672"/>
            <a:ext cx="3889585" cy="534665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DA834CA-38BE-4F0C-A485-AB952A5A3DDF}"/>
              </a:ext>
            </a:extLst>
          </p:cNvPr>
          <p:cNvSpPr txBox="1"/>
          <p:nvPr/>
        </p:nvSpPr>
        <p:spPr>
          <a:xfrm>
            <a:off x="6400800" y="228600"/>
            <a:ext cx="44767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Sezione contenuti (HTML)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77B58ED-FEEA-467F-9FAF-375D6E7D657A}"/>
              </a:ext>
            </a:extLst>
          </p:cNvPr>
          <p:cNvSpPr txBox="1"/>
          <p:nvPr/>
        </p:nvSpPr>
        <p:spPr>
          <a:xfrm>
            <a:off x="6215062" y="1773554"/>
            <a:ext cx="4848225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"maincaption"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"...Una ricetta fatta di Amore e Passione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come da tradizione..."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- Dal 1950 -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"esempi"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Lievitazione al "naturale"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"https://media.gqitalia.it/photos/5e74cf51bad9390008002ee1/16:9/w_1920,c_limit/GettyImages-625381142.jpg"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Lavorazione a regola d'arte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"https://primochef.it/wp-content/uploads/2020/03/SH_impasto_pizza.jpg"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...Come la vera pizza Napoli...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"https://www.pizzanapoletana.org/struttura/pagine_bicolor/mobile/disciplinare_avpn_2.jpg"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"secondcaption"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Cosa aspetti? Vieni a trovarci!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it-IT" sz="1000" dirty="0"/>
          </a:p>
        </p:txBody>
      </p:sp>
    </p:spTree>
    <p:extLst>
      <p:ext uri="{BB962C8B-B14F-4D97-AF65-F5344CB8AC3E}">
        <p14:creationId xmlns:p14="http://schemas.microsoft.com/office/powerpoint/2010/main" val="379390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5D3A7CC-6CA1-449E-AE65-4DF3A8DA2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007" y="755672"/>
            <a:ext cx="3889585" cy="534665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DA834CA-38BE-4F0C-A485-AB952A5A3DDF}"/>
              </a:ext>
            </a:extLst>
          </p:cNvPr>
          <p:cNvSpPr txBox="1"/>
          <p:nvPr/>
        </p:nvSpPr>
        <p:spPr>
          <a:xfrm>
            <a:off x="6400800" y="228600"/>
            <a:ext cx="44767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Sezione contenuti (CSS)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EA0B59A-593B-4431-8008-4ACFE01A5C16}"/>
              </a:ext>
            </a:extLst>
          </p:cNvPr>
          <p:cNvSpPr txBox="1"/>
          <p:nvPr/>
        </p:nvSpPr>
        <p:spPr>
          <a:xfrm>
            <a:off x="6096000" y="1781175"/>
            <a:ext cx="3064933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125px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it-IT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it-IT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p.maincaption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p.secondcaption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900" dirty="0">
                <a:solidFill>
                  <a:srgbClr val="D4D4D4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it-IT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"Slabo 27px"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serif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it-IT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9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p.maincaption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9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p.secondcaption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inline-block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it-IT" sz="9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7D5938E-1BD5-47FC-93D9-E47610A43B4E}"/>
              </a:ext>
            </a:extLst>
          </p:cNvPr>
          <p:cNvSpPr txBox="1"/>
          <p:nvPr/>
        </p:nvSpPr>
        <p:spPr>
          <a:xfrm>
            <a:off x="8639175" y="1781175"/>
            <a:ext cx="24894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section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900" dirty="0">
              <a:solidFill>
                <a:srgbClr val="D7BA7D"/>
              </a:solidFill>
              <a:latin typeface="Consolas" panose="020B0609020204030204" pitchFamily="49" charset="0"/>
            </a:endParaRPr>
          </a:p>
          <a:p>
            <a:endParaRPr lang="it-IT" sz="900" b="0" dirty="0">
              <a:solidFill>
                <a:srgbClr val="D7BA7D"/>
              </a:solidFill>
              <a:effectLst/>
              <a:latin typeface="Consolas" panose="020B0609020204030204" pitchFamily="49" charset="0"/>
            </a:endParaRPr>
          </a:p>
          <a:p>
            <a:endParaRPr lang="it-IT" sz="900" b="0" dirty="0">
              <a:solidFill>
                <a:srgbClr val="D7BA7D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#esempi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flex-direction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space-around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900" dirty="0"/>
          </a:p>
        </p:txBody>
      </p:sp>
    </p:spTree>
    <p:extLst>
      <p:ext uri="{BB962C8B-B14F-4D97-AF65-F5344CB8AC3E}">
        <p14:creationId xmlns:p14="http://schemas.microsoft.com/office/powerpoint/2010/main" val="3638659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5D3A7CC-6CA1-449E-AE65-4DF3A8DA2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007" y="755672"/>
            <a:ext cx="3889585" cy="534665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DA834CA-38BE-4F0C-A485-AB952A5A3DDF}"/>
              </a:ext>
            </a:extLst>
          </p:cNvPr>
          <p:cNvSpPr txBox="1"/>
          <p:nvPr/>
        </p:nvSpPr>
        <p:spPr>
          <a:xfrm>
            <a:off x="6400800" y="228600"/>
            <a:ext cx="44767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Sezione contenuti (CSS)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EA0B59A-593B-4431-8008-4ACFE01A5C16}"/>
              </a:ext>
            </a:extLst>
          </p:cNvPr>
          <p:cNvSpPr txBox="1"/>
          <p:nvPr/>
        </p:nvSpPr>
        <p:spPr>
          <a:xfrm>
            <a:off x="6096000" y="1781175"/>
            <a:ext cx="478155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#esempi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-20px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dotted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253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217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sz="900" dirty="0">
                <a:solidFill>
                  <a:srgbClr val="9CDCFE"/>
                </a:solidFill>
                <a:latin typeface="Consolas" panose="020B0609020204030204" pitchFamily="49" charset="0"/>
              </a:rPr>
              <a:t>    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#esempi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60%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#esempi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background-image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unset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: </a:t>
            </a:r>
            <a:r>
              <a:rPr lang="it-IT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whitesmoke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"Nanum Myeongjo"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it-IT" sz="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serif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letter-spacing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it-IT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#esempi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9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inline-block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15px</a:t>
            </a:r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it-IT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it-IT" sz="900" dirty="0"/>
          </a:p>
        </p:txBody>
      </p:sp>
    </p:spTree>
    <p:extLst>
      <p:ext uri="{BB962C8B-B14F-4D97-AF65-F5344CB8AC3E}">
        <p14:creationId xmlns:p14="http://schemas.microsoft.com/office/powerpoint/2010/main" val="3775616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464281E7-004C-495B-8D40-46BDC7003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334" y="489503"/>
            <a:ext cx="7239441" cy="135027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7071B047-E826-426F-8304-0A95E563940E}"/>
              </a:ext>
            </a:extLst>
          </p:cNvPr>
          <p:cNvSpPr txBox="1"/>
          <p:nvPr/>
        </p:nvSpPr>
        <p:spPr>
          <a:xfrm>
            <a:off x="9039225" y="628650"/>
            <a:ext cx="19054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Footer (HTML)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C05B484-34B5-4675-97F7-253C8BFBC78C}"/>
              </a:ext>
            </a:extLst>
          </p:cNvPr>
          <p:cNvSpPr txBox="1"/>
          <p:nvPr/>
        </p:nvSpPr>
        <p:spPr>
          <a:xfrm>
            <a:off x="2090737" y="2847975"/>
            <a:ext cx="80105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it-IT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Avola - Siracusa </a:t>
            </a:r>
            <a:r>
              <a:rPr lang="it-IT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it-IT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it-IT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h6</a:t>
            </a:r>
            <a:r>
              <a:rPr lang="it-IT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Paolo Belfiore    O46002243</a:t>
            </a:r>
            <a:r>
              <a:rPr lang="it-IT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h6</a:t>
            </a:r>
            <a:r>
              <a:rPr lang="it-IT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43246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464281E7-004C-495B-8D40-46BDC7003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334" y="489503"/>
            <a:ext cx="7239441" cy="135027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7071B047-E826-426F-8304-0A95E563940E}"/>
              </a:ext>
            </a:extLst>
          </p:cNvPr>
          <p:cNvSpPr txBox="1"/>
          <p:nvPr/>
        </p:nvSpPr>
        <p:spPr>
          <a:xfrm>
            <a:off x="9039225" y="628650"/>
            <a:ext cx="19054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Footer (CSS)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C05B484-34B5-4675-97F7-253C8BFBC78C}"/>
              </a:ext>
            </a:extLst>
          </p:cNvPr>
          <p:cNvSpPr txBox="1"/>
          <p:nvPr/>
        </p:nvSpPr>
        <p:spPr>
          <a:xfrm>
            <a:off x="1719262" y="2867025"/>
            <a:ext cx="26579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80px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B706671-E892-4C1D-8097-A49F0E406D63}"/>
              </a:ext>
            </a:extLst>
          </p:cNvPr>
          <p:cNvSpPr txBox="1"/>
          <p:nvPr/>
        </p:nvSpPr>
        <p:spPr>
          <a:xfrm>
            <a:off x="4794116" y="2867025"/>
            <a:ext cx="19335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gray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430E53A-7C4D-4A6E-BDE0-B26DEC8C7429}"/>
              </a:ext>
            </a:extLst>
          </p:cNvPr>
          <p:cNvSpPr txBox="1"/>
          <p:nvPr/>
        </p:nvSpPr>
        <p:spPr>
          <a:xfrm>
            <a:off x="7144631" y="2867025"/>
            <a:ext cx="380003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h6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b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"Baloo 2"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cursive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gray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letter-spacing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it-IT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sz="14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h6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it-IT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inline-block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it-IT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it-IT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it-IT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38985910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2D251F"/>
      </a:dk2>
      <a:lt2>
        <a:srgbClr val="FAE9C5"/>
      </a:lt2>
      <a:accent1>
        <a:srgbClr val="ED3846"/>
      </a:accent1>
      <a:accent2>
        <a:srgbClr val="F87184"/>
      </a:accent2>
      <a:accent3>
        <a:srgbClr val="EC9DA9"/>
      </a:accent3>
      <a:accent4>
        <a:srgbClr val="ECC190"/>
      </a:accent4>
      <a:accent5>
        <a:srgbClr val="FFB268"/>
      </a:accent5>
      <a:accent6>
        <a:srgbClr val="F98657"/>
      </a:accent6>
      <a:hlink>
        <a:srgbClr val="B97669"/>
      </a:hlink>
      <a:folHlink>
        <a:srgbClr val="9E94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BCCF8060-3FCB-4641-B728-8A589529B13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106</TotalTime>
  <Words>2457</Words>
  <Application>Microsoft Office PowerPoint</Application>
  <PresentationFormat>Widescreen</PresentationFormat>
  <Paragraphs>268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0" baseType="lpstr">
      <vt:lpstr>Arial</vt:lpstr>
      <vt:lpstr>Calibri</vt:lpstr>
      <vt:lpstr>Consolas</vt:lpstr>
      <vt:lpstr>MS Shell Dlg 2</vt:lpstr>
      <vt:lpstr>Wingdings</vt:lpstr>
      <vt:lpstr>Wingdings 3</vt:lpstr>
      <vt:lpstr>Madison</vt:lpstr>
      <vt:lpstr>MHW1</vt:lpstr>
      <vt:lpstr>Progetto: EasyPizza     Sito web riguardante una pizzeria, attraverso il quale sarà possibile ordinare a domicilio. L’utente dovrà registrarsi in modo da potersi identificare, fornendo quindi i propri dati (nome, cognome, via) ed in seguito imposterà e-mail e password per il log-in. Avrà a disposizione un menù dal quale scegliere cosa preferisce per poi proseguire con l’ordine e le preferenze riferite ad esso. Potrà inoltre trovare informazioni e contatti del servizio di cui sta giovando.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MHW1</dc:title>
  <dc:creator>paolo belfiore</dc:creator>
  <cp:lastModifiedBy>paolo belfiore</cp:lastModifiedBy>
  <cp:revision>15</cp:revision>
  <dcterms:created xsi:type="dcterms:W3CDTF">2021-03-26T07:57:51Z</dcterms:created>
  <dcterms:modified xsi:type="dcterms:W3CDTF">2021-03-27T14:19:54Z</dcterms:modified>
</cp:coreProperties>
</file>